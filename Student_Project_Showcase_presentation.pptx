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7240" y="1188720"/>
            <a:ext cx="128016" cy="425196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4440" y="1417320"/>
            <a:ext cx="9784080" cy="1417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STUDENT PROJECT
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872" y="3154680"/>
            <a:ext cx="896112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0">
                <a:solidFill>
                  <a:srgbClr val="DCE6F5"/>
                </a:solidFill>
                <a:latin typeface="Aptos"/>
              </a:rPr>
              <a:t>A platform to share, explore, and discover student projects.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1872" y="4160520"/>
            <a:ext cx="2011680" cy="45720"/>
          </a:xfrm>
          <a:prstGeom prst="rect">
            <a:avLst/>
          </a:prstGeom>
          <a:solidFill>
            <a:srgbClr val="5B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61872" y="4480560"/>
            <a:ext cx="8046720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Presented by: Your Name / Team Name
Hackathon Name
Institution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6446520"/>
            <a:ext cx="7315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BECCE1"/>
                </a:solidFill>
                <a:latin typeface="Aptos"/>
              </a:rPr>
              <a:t>STUDENT PROJECT SHOWCASE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4274A"/>
                </a:solidFill>
                <a:latin typeface="Aptos"/>
              </a:rPr>
              <a:t>Problem Statement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7315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47080"/>
                </a:solidFill>
                <a:latin typeface="Aptos"/>
              </a:rPr>
              <a:t>STUDENT PROJECT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2B65BF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120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2B65BF"/>
                </a:solidFill>
                <a:latin typeface="Apto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074920" cy="3383280"/>
          </a:xfrm>
          <a:prstGeom prst="rect">
            <a:avLst/>
          </a:prstGeom>
          <a:noFill/>
        </p:spPr>
        <p:txBody>
          <a:bodyPr wrap="square" lIns="73152" tIns="36576" rIns="54864" bIns="18288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2A3341"/>
                </a:solidFill>
                <a:latin typeface="Aptos"/>
              </a:defRPr>
            </a:pPr>
            <a:r>
              <a:t>Student projects are scattered across different platforms.</a:t>
            </a:r>
          </a:p>
          <a:p>
            <a:pPr>
              <a:spcAft>
                <a:spcPts val="1800"/>
              </a:spcAft>
              <a:defRPr sz="1900">
                <a:solidFill>
                  <a:srgbClr val="2A3341"/>
                </a:solidFill>
                <a:latin typeface="Aptos"/>
              </a:defRPr>
            </a:pPr>
            <a:r>
              <a:t>Discovering projects built by other students can be difficult.</a:t>
            </a:r>
          </a:p>
          <a:p>
            <a:pPr>
              <a:spcAft>
                <a:spcPts val="1800"/>
              </a:spcAft>
              <a:defRPr sz="1900">
                <a:solidFill>
                  <a:srgbClr val="2A3341"/>
                </a:solidFill>
                <a:latin typeface="Aptos"/>
              </a:defRPr>
            </a:pPr>
            <a:r>
              <a:t>Students lack a common place to showcase their work.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06440" y="2743200"/>
            <a:ext cx="594360" cy="594360"/>
          </a:xfrm>
          <a:prstGeom prst="rightArrow">
            <a:avLst/>
          </a:prstGeom>
          <a:solidFill>
            <a:srgbClr val="2B6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325880"/>
            <a:ext cx="47548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2B65BF"/>
                </a:solidFill>
                <a:latin typeface="Aptos"/>
              </a:rPr>
              <a:t>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874519"/>
            <a:ext cx="4663440" cy="2560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14274A"/>
                </a:solidFill>
                <a:latin typeface="Aptos"/>
              </a:rPr>
              <a:t>A centralized platform where students can publish, discover, and interact with projects.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709160"/>
            <a:ext cx="448056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47080"/>
                </a:solidFill>
                <a:latin typeface="Aptos"/>
              </a:rPr>
              <a:t>One place to showcase student innovation.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4274A"/>
                </a:solidFill>
                <a:latin typeface="Aptos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7315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47080"/>
                </a:solidFill>
                <a:latin typeface="Aptos"/>
              </a:rPr>
              <a:t>STUDENT PROJECT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2B65BF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5156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647080"/>
                </a:solidFill>
                <a:latin typeface="Aptos"/>
              </a:rPr>
              <a:t>What the application offers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929384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B65B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911095"/>
            <a:ext cx="40690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2A3341"/>
                </a:solidFill>
                <a:latin typeface="Aptos"/>
              </a:rPr>
              <a:t>Secure signup and login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1" y="1929384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B65B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3448" y="1911095"/>
            <a:ext cx="40690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2A3341"/>
                </a:solidFill>
                <a:latin typeface="Aptos"/>
              </a:rPr>
              <a:t>Student profiles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4320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2889504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B65B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2871216"/>
            <a:ext cx="40690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2A3341"/>
                </a:solidFill>
                <a:latin typeface="Aptos"/>
              </a:rPr>
              <a:t>Publish projects with cover images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74320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1" y="2889504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B65BF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3448" y="2871216"/>
            <a:ext cx="40690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2A3341"/>
                </a:solidFill>
                <a:latin typeface="Aptos"/>
              </a:rPr>
              <a:t>Technology details and GitHub links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70332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3849624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B65BF"/>
                </a:solidFill>
                <a:latin typeface="Apto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831335"/>
            <a:ext cx="40690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2A3341"/>
                </a:solidFill>
                <a:latin typeface="Aptos"/>
              </a:rPr>
              <a:t>Optional live demo links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70332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28231" y="3849624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B65BF"/>
                </a:solidFill>
                <a:latin typeface="Aptos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8" y="3831335"/>
            <a:ext cx="40690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2A3341"/>
                </a:solidFill>
                <a:latin typeface="Aptos"/>
              </a:rPr>
              <a:t>Project likes and comments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663440"/>
            <a:ext cx="50749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" y="4809744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B65BF"/>
                </a:solidFill>
                <a:latin typeface="Aptos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791455"/>
            <a:ext cx="40690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2A3341"/>
                </a:solidFill>
                <a:latin typeface="Aptos"/>
              </a:rPr>
              <a:t>Project ownership and deletion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4274A"/>
                </a:solidFill>
                <a:latin typeface="Aptos"/>
              </a:rPr>
              <a:t>Technology Stack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7315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47080"/>
                </a:solidFill>
                <a:latin typeface="Aptos"/>
              </a:rPr>
              <a:t>STUDENT PROJECT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2B65BF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47548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2B65BF"/>
                </a:solidFill>
                <a:latin typeface="Aptos"/>
              </a:rPr>
              <a:t>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489204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1600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B65BF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911095"/>
            <a:ext cx="29718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A3341"/>
                </a:solidFill>
                <a:latin typeface="Aptos"/>
              </a:rPr>
              <a:t>React.js, JavaScript, CSS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78608"/>
            <a:ext cx="489204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715768"/>
            <a:ext cx="1600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B65BF"/>
                </a:solidFill>
                <a:latin typeface="Aptos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706624"/>
            <a:ext cx="29718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A3341"/>
                </a:solidFill>
                <a:latin typeface="Aptos"/>
              </a:rPr>
              <a:t>Node.js, Express.js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74136"/>
            <a:ext cx="489204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511296"/>
            <a:ext cx="1600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B65BF"/>
                </a:solidFill>
                <a:latin typeface="Aptos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502152"/>
            <a:ext cx="29718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A3341"/>
                </a:solidFill>
                <a:latin typeface="Aptos"/>
              </a:rPr>
              <a:t>MongoDB Atlas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169663"/>
            <a:ext cx="489204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306824"/>
            <a:ext cx="1600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B65BF"/>
                </a:solidFill>
                <a:latin typeface="Aptos"/>
              </a:rPr>
              <a:t>Image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297679"/>
            <a:ext cx="29718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A3341"/>
                </a:solidFill>
                <a:latin typeface="Aptos"/>
              </a:rPr>
              <a:t>Cloudinary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65192"/>
            <a:ext cx="489204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102352"/>
            <a:ext cx="1600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B65BF"/>
                </a:solidFill>
                <a:latin typeface="Aptos"/>
              </a:rPr>
              <a:t>Authentication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5093207"/>
            <a:ext cx="29718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A3341"/>
                </a:solidFill>
                <a:latin typeface="Aptos"/>
              </a:rPr>
              <a:t>JWT and bcrypt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234440"/>
            <a:ext cx="49377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2B65BF"/>
                </a:solidFill>
                <a:latin typeface="Aptos"/>
              </a:rPr>
              <a:t>APPLICATION 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1828800"/>
            <a:ext cx="3657600" cy="685800"/>
          </a:xfrm>
          <a:prstGeom prst="roundRect">
            <a:avLst/>
          </a:prstGeom>
          <a:solidFill>
            <a:srgbClr val="E8F0FC"/>
          </a:solidFill>
          <a:ln>
            <a:solidFill>
              <a:srgbClr val="AFC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1984248"/>
            <a:ext cx="34747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4274A"/>
                </a:solidFill>
                <a:latin typeface="Aptos"/>
              </a:rPr>
              <a:t>React Frontend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063240"/>
            <a:ext cx="3657600" cy="685800"/>
          </a:xfrm>
          <a:prstGeom prst="roundRect">
            <a:avLst/>
          </a:prstGeom>
          <a:solidFill>
            <a:srgbClr val="E8F0FC"/>
          </a:solidFill>
          <a:ln>
            <a:solidFill>
              <a:srgbClr val="AFC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3218688"/>
            <a:ext cx="34747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4274A"/>
                </a:solidFill>
                <a:latin typeface="Aptos"/>
              </a:rPr>
              <a:t>Express 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4297680"/>
            <a:ext cx="3657600" cy="685800"/>
          </a:xfrm>
          <a:prstGeom prst="roundRect">
            <a:avLst/>
          </a:prstGeom>
          <a:solidFill>
            <a:srgbClr val="E8F0FC"/>
          </a:solidFill>
          <a:ln>
            <a:solidFill>
              <a:srgbClr val="AFC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4453128"/>
            <a:ext cx="34747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4274A"/>
                </a:solidFill>
                <a:latin typeface="Aptos"/>
              </a:rPr>
              <a:t>MongoDB Atlas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092440" y="2578608"/>
            <a:ext cx="502920" cy="384048"/>
          </a:xfrm>
          <a:prstGeom prst="downArrow">
            <a:avLst/>
          </a:prstGeom>
          <a:solidFill>
            <a:srgbClr val="2B6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Down Arrow 29"/>
          <p:cNvSpPr/>
          <p:nvPr/>
        </p:nvSpPr>
        <p:spPr>
          <a:xfrm>
            <a:off x="8092440" y="3813048"/>
            <a:ext cx="502920" cy="384048"/>
          </a:xfrm>
          <a:prstGeom prst="downArrow">
            <a:avLst/>
          </a:prstGeom>
          <a:solidFill>
            <a:srgbClr val="2B6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5257800"/>
            <a:ext cx="438912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>
                <a:solidFill>
                  <a:srgbClr val="647080"/>
                </a:solidFill>
                <a:latin typeface="Aptos"/>
              </a:rPr>
              <a:t>Cloudinary stores project cover images.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4274A"/>
                </a:solidFill>
                <a:latin typeface="Aptos"/>
              </a:rPr>
              <a:t>Working Demo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7315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47080"/>
                </a:solidFill>
                <a:latin typeface="Aptos"/>
              </a:rPr>
              <a:t>STUDENT PROJECT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2B65BF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5156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2B65BF"/>
                </a:solidFill>
                <a:latin typeface="Aptos"/>
              </a:rPr>
              <a:t>DEMO CHECKLIST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2B6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65376"/>
            <a:ext cx="457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19656"/>
            <a:ext cx="89611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2A3341"/>
                </a:solidFill>
                <a:latin typeface="Aptos"/>
              </a:rPr>
              <a:t>Log in to the application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569464"/>
            <a:ext cx="457200" cy="457200"/>
          </a:xfrm>
          <a:prstGeom prst="ellipse">
            <a:avLst/>
          </a:prstGeom>
          <a:solidFill>
            <a:srgbClr val="2B6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457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06040"/>
            <a:ext cx="89611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>
                <a:solidFill>
                  <a:srgbClr val="2A3341"/>
                </a:solidFill>
                <a:latin typeface="Aptos"/>
              </a:rPr>
              <a:t>Publish a sample project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355848"/>
            <a:ext cx="457200" cy="457200"/>
          </a:xfrm>
          <a:prstGeom prst="ellipse">
            <a:avLst/>
          </a:prstGeom>
          <a:solidFill>
            <a:srgbClr val="2B6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438144"/>
            <a:ext cx="457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392424"/>
            <a:ext cx="89611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>
                <a:solidFill>
                  <a:srgbClr val="2A3341"/>
                </a:solidFill>
                <a:latin typeface="Aptos"/>
              </a:rPr>
              <a:t>Open project details and GitHub/demo links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142232"/>
            <a:ext cx="457200" cy="457200"/>
          </a:xfrm>
          <a:prstGeom prst="ellipse">
            <a:avLst/>
          </a:prstGeom>
          <a:solidFill>
            <a:srgbClr val="2B6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224528"/>
            <a:ext cx="457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178808"/>
            <a:ext cx="89611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>
                <a:solidFill>
                  <a:srgbClr val="2A3341"/>
                </a:solidFill>
                <a:latin typeface="Aptos"/>
              </a:rPr>
              <a:t>Like a project and add a comment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928616"/>
            <a:ext cx="457200" cy="457200"/>
          </a:xfrm>
          <a:prstGeom prst="ellipse">
            <a:avLst/>
          </a:prstGeom>
          <a:solidFill>
            <a:srgbClr val="2B6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57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965192"/>
            <a:ext cx="89611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>
                <a:solidFill>
                  <a:srgbClr val="2A3341"/>
                </a:solidFill>
                <a:latin typeface="Aptos"/>
              </a:rPr>
              <a:t>Show a student profile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715000"/>
            <a:ext cx="10424160" cy="475488"/>
          </a:xfrm>
          <a:prstGeom prst="roundRect">
            <a:avLst/>
          </a:prstGeom>
          <a:solidFill>
            <a:srgbClr val="E8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580644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4274A"/>
                </a:solidFill>
                <a:latin typeface="Aptos"/>
              </a:rPr>
              <a:t>Expected result: students can showcase, explore, and interact with projects.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78992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4274A"/>
                </a:solidFill>
                <a:latin typeface="Aptos"/>
              </a:rPr>
              <a:t>Future Improvements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7315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647080"/>
                </a:solidFill>
                <a:latin typeface="Aptos"/>
              </a:rPr>
              <a:t>STUDENT PROJECT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2B65BF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2B65BF"/>
                </a:solidFill>
                <a:latin typeface="Aptos"/>
              </a:rPr>
              <a:t>WHAT'S NEXT?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029200" cy="3566160"/>
          </a:xfrm>
          <a:prstGeom prst="rect">
            <a:avLst/>
          </a:prstGeom>
          <a:noFill/>
        </p:spPr>
        <p:txBody>
          <a:bodyPr wrap="square" lIns="73152" tIns="36576" rIns="54864" bIns="18288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A3341"/>
                </a:solidFill>
                <a:latin typeface="Aptos"/>
              </a:defRPr>
            </a:pPr>
            <a:r>
              <a:t>Search and technology-based filtering</a:t>
            </a:r>
          </a:p>
          <a:p>
            <a:pPr>
              <a:spcAft>
                <a:spcPts val="1500"/>
              </a:spcAft>
              <a:defRPr sz="1900">
                <a:solidFill>
                  <a:srgbClr val="2A3341"/>
                </a:solidFill>
                <a:latin typeface="Aptos"/>
              </a:defRPr>
            </a:pPr>
            <a:r>
              <a:t>Project categories</a:t>
            </a:r>
          </a:p>
          <a:p>
            <a:pPr>
              <a:spcAft>
                <a:spcPts val="1500"/>
              </a:spcAft>
              <a:defRPr sz="1900">
                <a:solidFill>
                  <a:srgbClr val="2A3341"/>
                </a:solidFill>
                <a:latin typeface="Aptos"/>
              </a:defRPr>
            </a:pPr>
            <a:r>
              <a:t>Student collaboration</a:t>
            </a:r>
          </a:p>
          <a:p>
            <a:pPr>
              <a:spcAft>
                <a:spcPts val="1500"/>
              </a:spcAft>
              <a:defRPr sz="1900">
                <a:solidFill>
                  <a:srgbClr val="2A3341"/>
                </a:solidFill>
                <a:latin typeface="Aptos"/>
              </a:defRPr>
            </a:pPr>
            <a:r>
              <a:t>Notifications</a:t>
            </a:r>
          </a:p>
          <a:p>
            <a:pPr>
              <a:spcAft>
                <a:spcPts val="1500"/>
              </a:spcAft>
              <a:defRPr sz="1900">
                <a:solidFill>
                  <a:srgbClr val="2A3341"/>
                </a:solidFill>
                <a:latin typeface="Aptos"/>
              </a:defRPr>
            </a:pPr>
            <a:r>
              <a:t>Content moderation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00200"/>
            <a:ext cx="5212080" cy="3566160"/>
          </a:xfrm>
          <a:prstGeom prst="roundRect">
            <a:avLst/>
          </a:prstGeom>
          <a:solidFill>
            <a:srgbClr val="14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4805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97BEFF"/>
                </a:solidFill>
                <a:latin typeface="Aptos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51760"/>
            <a:ext cx="4434840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Making student projects easier to discover, share, and learn from.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5440680"/>
            <a:ext cx="43891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2B65BF"/>
                </a:solidFill>
                <a:latin typeface="Aptos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Ashwin Karne</cp:lastModifiedBy>
  <cp:revision>2</cp:revision>
  <dcterms:created xsi:type="dcterms:W3CDTF">2013-01-27T09:14:16Z</dcterms:created>
  <dcterms:modified xsi:type="dcterms:W3CDTF">2026-10-10T09:15:25Z</dcterms:modified>
  <cp:category/>
</cp:coreProperties>
</file>